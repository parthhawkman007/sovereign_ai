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Sovereign AI Workbench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100% Air-Gapped Deployment</a:t>
            </a:r>
          </a:p>
          <a:p>
            <a:r>
              <a:t>4 Open-Weight Models</a:t>
            </a:r>
          </a:p>
          <a:p>
            <a:r>
              <a:t>Zero Cloud Calls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Approval Note Generation</a:t>
            </a:r>
          </a:p>
          <a:p>
            <a:r>
              <a:t>Coding Sandbox Execution</a:t>
            </a:r>
          </a:p>
          <a:p>
            <a:r>
              <a:t>Multimodal Image Analysis</a:t>
            </a:r>
          </a:p>
          <a:p>
            <a:r>
              <a:t>Local RAG Knowledge 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AMD Ryzen 7 8845HS</a:t>
            </a:r>
          </a:p>
          <a:p>
            <a:r>
              <a:t>AMD Radeon 780M iGPU</a:t>
            </a:r>
          </a:p>
          <a:p>
            <a:r>
              <a:t>16GB Shared RAM</a:t>
            </a:r>
          </a:p>
          <a:p>
            <a:r>
              <a:t>512GB Local Storage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